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dcFl9zLkycxiJELRO3SdQFqql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10A147-F95E-47FA-B075-BEB4D81189F9}">
  <a:tblStyle styleId="{5310A147-F95E-47FA-B075-BEB4D81189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h4c95fd3affba45ae_14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h4c95fd3affba45ae_14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4c95fd3affba45ae_14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h4c95fd3affba45ae_14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h4c95fd3affba45ae_14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h4c95fd3affba45ae_14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8800"/>
              <a:buFont typeface="Malgun Gothic"/>
              <a:buNone/>
            </a:pPr>
            <a:r>
              <a:rPr b="1" i="0" lang="en-US" sz="8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</a:t>
            </a:r>
            <a:endParaRPr b="0" i="0" sz="8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EXHIBITION PROPOSAL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" name="Google Shape;23;p2"/>
          <p:cNvGraphicFramePr/>
          <p:nvPr/>
        </p:nvGraphicFramePr>
        <p:xfrm>
          <a:off x="548640" y="132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{5310A147-F95E-47FA-B075-BEB4D81189F9}</a:tableStyleId>
              </a:tblPr>
              <a:tblGrid>
                <a:gridCol w="1645925"/>
                <a:gridCol w="64008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 제목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OUT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아티스트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THANA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기획자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LUCA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 장소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춘희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 기간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12/4 (금) – 12/11 (금)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 성격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SITE-SPECIFIC PROJECT (작가 개인전이 아닌 복합 예술 프로젝트)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전시 형태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사진 설치, DJ 오프닝 공연, 관객 참여형 퍼포먼스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0D0D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1A1A"/>
                        </a:buClr>
                        <a:buSzPts val="1050"/>
                        <a:buFont typeface="Malgun Gothic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1A1A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매체 및 규격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스마트폰 무보정 원본 JPG 아카이브, 스노우 80g-120g 프린트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76200" marB="76200" marR="127000" marL="127000" anchor="ctr">
                    <a:lnL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626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548640" y="365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타이틀 &lt;OUT&gt;의 다층적 개념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1005840"/>
            <a:ext cx="2560200" cy="35661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713232" y="2251740"/>
            <a:ext cx="223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OUTSIDE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713232" y="2526060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물리적 ‘바깥’과 타자성의 조우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3291840" y="1005840"/>
            <a:ext cx="2560200" cy="35661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3456432" y="2251740"/>
            <a:ext cx="223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THROW OUT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3456432" y="2526060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유기와 배제 : 내던져진 것들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035040" y="1005840"/>
            <a:ext cx="2560200" cy="35661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199632" y="2251740"/>
            <a:ext cx="223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850"/>
              <a:buFont typeface="Malgun Gothic"/>
              <a:buNone/>
            </a:pPr>
            <a:r>
              <a:rPr b="1" i="0" lang="en-US" sz="8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OUTING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199632" y="2526060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공간 ‘춘희’와 경계 밖의 정체성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시선의 작동 방식에 따른 2부 섹션 구조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1280160"/>
            <a:ext cx="3886200" cy="329184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77240" y="1508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01</a:t>
            </a:r>
            <a:r>
              <a:rPr b="1" lang="en-US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b="1" i="0" lang="en-US" sz="14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THROUGH (매개와 관음)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77250" y="3012250"/>
            <a:ext cx="34290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rPr b="0" i="0" lang="en-US" sz="10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대상과 직접 접촉하지 않는 안전거리 너머에서 관음증적 시선으로 포착한 외부 세계의 기록</a:t>
            </a:r>
            <a:endParaRPr b="0" i="0" sz="102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t/>
            </a:r>
            <a:endParaRPr sz="10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t/>
            </a:r>
            <a:endParaRPr sz="10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Calibri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rPr b="0" i="0" lang="en-US" sz="10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주요 매개물 : 냉장 쇼케이스 유리, 4분할 CCTV 액정, 마름모꼴 철조망, 지하 터널, 타공 유리창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709160" y="1280160"/>
            <a:ext cx="3886200" cy="329184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937760" y="1508760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400"/>
              <a:buFont typeface="Malgun Gothic"/>
              <a:buNone/>
            </a:pPr>
            <a:r>
              <a:rPr b="1" i="0" lang="en-US" sz="14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SECTION 02</a:t>
            </a:r>
            <a:r>
              <a:rPr b="1" lang="en-US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b="1" i="0" lang="en-US" sz="14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THROW (유기와 단절)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937754" y="3012250"/>
            <a:ext cx="3429000" cy="12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rPr b="0" i="0" lang="en-US" sz="10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본래의 목적을 상실한 사물과 단절된 소통의 흔적</a:t>
            </a:r>
            <a:endParaRPr b="0" i="0" sz="102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t/>
            </a:r>
            <a:endParaRPr sz="10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t/>
            </a:r>
            <a:endParaRPr sz="10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t/>
            </a:r>
            <a:endParaRPr sz="10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Calibri"/>
              <a:buNone/>
            </a:pPr>
            <a:r>
              <a:t/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0"/>
              <a:buFont typeface="Malgun Gothic"/>
              <a:buNone/>
            </a:pPr>
            <a:r>
              <a:rPr b="0" i="0" lang="en-US" sz="10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주요 피사체 : 폐건물의 우편함, 장미밭의 사무용 의자, 폐창고 외벽의 회화, 방치된 검은 벤츠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미학 : 감정을 거세한 데드팬(Deadpan) 사조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1051560"/>
            <a:ext cx="3886200" cy="347472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777240" y="2388870"/>
            <a:ext cx="342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‘죽은 얼굴(무표정)’로 응시하기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4709160" y="1051560"/>
            <a:ext cx="3886200" cy="347472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937760" y="2388870"/>
            <a:ext cx="342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350"/>
              <a:buFont typeface="Malgun Gothic"/>
              <a:buNone/>
            </a:pPr>
            <a:r>
              <a:rPr b="1" i="0" lang="en-US" sz="13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감정의 공백이 만드는 역설적 타격감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6800"/>
              <a:buFont typeface="Malgun Gothic"/>
              <a:buNone/>
            </a:pPr>
            <a:r>
              <a:rPr b="1" i="0" lang="en-US" sz="6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#01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Flesh on Sale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9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9" title="ilfaut1.jpg"/>
          <p:cNvPicPr preferRelativeResize="0"/>
          <p:nvPr/>
        </p:nvPicPr>
        <p:blipFill rotWithShape="1">
          <a:blip r:embed="rId3">
            <a:alphaModFix/>
          </a:blip>
          <a:srcRect b="41694" l="0" r="0" t="40887"/>
          <a:stretch/>
        </p:blipFill>
        <p:spPr>
          <a:xfrm>
            <a:off x="548650" y="1187123"/>
            <a:ext cx="8046700" cy="342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#02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On Screen</a:t>
            </a:r>
            <a:endParaRPr b="1" sz="180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0" title="대형 사이즈로 프린트해서 벽에 고정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675" y="777251"/>
            <a:ext cx="2908673" cy="3878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#03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Neighbor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(#03)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1" title="179264792384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815" y="365750"/>
            <a:ext cx="3257533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#09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Beyond the Window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(#09)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7" title="1792647954644.jpg"/>
          <p:cNvPicPr preferRelativeResize="0"/>
          <p:nvPr/>
        </p:nvPicPr>
        <p:blipFill rotWithShape="1">
          <a:blip r:embed="rId3">
            <a:alphaModFix/>
          </a:blip>
          <a:srcRect b="30921" l="0" r="0" t="31130"/>
          <a:stretch/>
        </p:blipFill>
        <p:spPr>
          <a:xfrm>
            <a:off x="4360890" y="777250"/>
            <a:ext cx="4234460" cy="39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#04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Promenade</a:t>
            </a:r>
            <a:endParaRPr b="1" sz="180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2" title="179264788258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72" y="365748"/>
            <a:ext cx="3257580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3"/>
          <p:cNvSpPr/>
          <p:nvPr/>
        </p:nvSpPr>
        <p:spPr>
          <a:xfrm>
            <a:off x="548640" y="365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#05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Incubator</a:t>
            </a:r>
            <a:endParaRPr b="1" sz="180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13" title="인큐베이터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828" y="365748"/>
            <a:ext cx="3103523" cy="434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/>
          <p:nvPr/>
        </p:nvSpPr>
        <p:spPr>
          <a:xfrm>
            <a:off x="548640" y="365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#06 </a:t>
            </a:r>
            <a:r>
              <a:rPr b="1" lang="en-US" sz="18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어린이 도서관</a:t>
            </a:r>
            <a:endParaRPr b="1" sz="180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(#06)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4" title="179264795168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906" y="777350"/>
            <a:ext cx="5368345" cy="39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548640" y="365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#07 지하보도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title="17926479034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672" y="365748"/>
            <a:ext cx="3257580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800"/>
              <a:buFont typeface="Malgun Gothic"/>
              <a:buNone/>
            </a:pPr>
            <a:r>
              <a:rPr b="1" i="0" lang="en-US" sz="1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THROUGH — #08 통로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1. THROUGH (#08)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6" title="17926479189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72" y="365748"/>
            <a:ext cx="3257580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6800"/>
              <a:buFont typeface="Malgun Gothic"/>
              <a:buNone/>
            </a:pPr>
            <a:r>
              <a:rPr b="1" i="0" lang="en-US" sz="68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#01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수취인 불명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19" title="ilfaut2.jpg"/>
          <p:cNvPicPr preferRelativeResize="0"/>
          <p:nvPr/>
        </p:nvPicPr>
        <p:blipFill rotWithShape="1">
          <a:blip r:embed="rId3">
            <a:alphaModFix/>
          </a:blip>
          <a:srcRect b="32292" l="0" r="0" t="32153"/>
          <a:stretch/>
        </p:blipFill>
        <p:spPr>
          <a:xfrm>
            <a:off x="4245947" y="777250"/>
            <a:ext cx="4349404" cy="378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#02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 Dud or Not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(#02)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0" title="a dud or not.jpg"/>
          <p:cNvPicPr preferRelativeResize="0"/>
          <p:nvPr/>
        </p:nvPicPr>
        <p:blipFill rotWithShape="1">
          <a:blip r:embed="rId3">
            <a:alphaModFix/>
          </a:blip>
          <a:srcRect b="22717" l="0" r="0" t="22923"/>
          <a:stretch/>
        </p:blipFill>
        <p:spPr>
          <a:xfrm>
            <a:off x="5324543" y="365750"/>
            <a:ext cx="3270808" cy="435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#03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Jackson Pollock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(#03)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21" title="1792649955096.jpg"/>
          <p:cNvPicPr preferRelativeResize="0"/>
          <p:nvPr/>
        </p:nvPicPr>
        <p:blipFill rotWithShape="1">
          <a:blip r:embed="rId3">
            <a:alphaModFix/>
          </a:blip>
          <a:srcRect b="31180" l="0" r="0" t="30222"/>
          <a:stretch/>
        </p:blipFill>
        <p:spPr>
          <a:xfrm>
            <a:off x="4432192" y="777250"/>
            <a:ext cx="4163158" cy="39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#04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Parked</a:t>
            </a:r>
            <a:endParaRPr b="1" sz="175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p22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(#04)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22" title="179264997919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777250"/>
            <a:ext cx="5547351" cy="4160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#05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Dining Room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(#05)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3" title="179264998687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72" y="365750"/>
            <a:ext cx="3257580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#07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Stuck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(#07)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p25" title="stuck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72" y="365748"/>
            <a:ext cx="3257580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#08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대걸레</a:t>
            </a:r>
            <a:endParaRPr b="1" sz="1750">
              <a:solidFill>
                <a:srgbClr val="FF1A1A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(#08)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26" title="bathroo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761" y="365750"/>
            <a:ext cx="3257587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#09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Cash Only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7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(#09)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7" title="179265008890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800" y="365750"/>
            <a:ext cx="3257549" cy="4343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8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750"/>
              <a:buFont typeface="Malgun Gothic"/>
              <a:buNone/>
            </a:pPr>
            <a:r>
              <a:rPr b="1" i="0" lang="en-US" sz="17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THROW — #10 </a:t>
            </a:r>
            <a:r>
              <a:rPr b="1" lang="en-US" sz="175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A Toy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666666"/>
                </a:solidFill>
                <a:latin typeface="Malgun Gothic"/>
                <a:ea typeface="Malgun Gothic"/>
                <a:cs typeface="Malgun Gothic"/>
                <a:sym typeface="Malgun Gothic"/>
              </a:rPr>
              <a:t>THANA // OUT — 2. THROW (#10)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28" title="1792650149262.jpg"/>
          <p:cNvPicPr preferRelativeResize="0"/>
          <p:nvPr/>
        </p:nvPicPr>
        <p:blipFill rotWithShape="1">
          <a:blip r:embed="rId3">
            <a:alphaModFix/>
          </a:blip>
          <a:srcRect b="39384" l="0" r="0" t="40001"/>
          <a:stretch/>
        </p:blipFill>
        <p:spPr>
          <a:xfrm>
            <a:off x="548646" y="777254"/>
            <a:ext cx="7794943" cy="393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900"/>
              <a:buFont typeface="Malgun Gothic"/>
              <a:buNone/>
            </a:pPr>
            <a:r>
              <a:rPr b="1" lang="en-US" sz="19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인화 프로토콜 </a:t>
            </a:r>
            <a:r>
              <a:rPr b="1" i="0" lang="en-US" sz="19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및 연출 전략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548640" y="1188720"/>
            <a:ext cx="3931920" cy="34290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73152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01. 의도된 저화질(JPG 원본)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/>
          <p:nvPr/>
        </p:nvSpPr>
        <p:spPr>
          <a:xfrm>
            <a:off x="731525" y="2135400"/>
            <a:ext cx="35661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무보정 데이터 유지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alibri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저화질 </a:t>
            </a: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픽셀 엣지 보존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alibri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스노우지(80g-120g) 매트 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용지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663440" y="1188720"/>
            <a:ext cx="3931920" cy="342900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FF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4846320" y="1325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02. 언더그라운드 공간 연출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/>
          <p:nvPr/>
        </p:nvSpPr>
        <p:spPr>
          <a:xfrm>
            <a:off x="4846324" y="2135400"/>
            <a:ext cx="35661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02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Char char="●"/>
            </a:pP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공업용 테이프 및 클립</a:t>
            </a: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용</a:t>
            </a:r>
            <a:endParaRPr sz="9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702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Char char="●"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벽면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혹은</a:t>
            </a: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철제 구조물에 직접 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고정</a:t>
            </a:r>
            <a:endParaRPr sz="9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702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Char char="●"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국소 핀 조명 타겟</a:t>
            </a:r>
            <a:r>
              <a:rPr lang="en-US" sz="92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팅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6000"/>
              <a:buFont typeface="Malgun Gothic"/>
              <a:buNone/>
            </a:pPr>
            <a:r>
              <a:rPr b="1" i="0" lang="en-US" sz="60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오프닝 파티</a:t>
            </a:r>
            <a:r>
              <a:rPr b="1" lang="en-US" sz="60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(12/4)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/>
          <p:nvPr/>
        </p:nvSpPr>
        <p:spPr>
          <a:xfrm>
            <a:off x="548640" y="3657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900"/>
              <a:buFont typeface="Malgun Gothic"/>
              <a:buNone/>
            </a:pPr>
            <a:r>
              <a:rPr b="1" lang="en-US" sz="19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사운드 디렉팅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548640" y="914400"/>
            <a:ext cx="3931920" cy="370332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73152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1. 오프닝 파티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가이드</a:t>
            </a: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(12/4 금)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731520" y="141732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플레이리스</a:t>
            </a:r>
            <a:r>
              <a:rPr lang="en-US" sz="95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</a:t>
            </a:r>
            <a:endParaRPr sz="95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t/>
            </a:r>
            <a:endParaRPr sz="95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algun Gothic"/>
              <a:buNone/>
            </a:pPr>
            <a:r>
              <a:rPr lang="en-US" sz="9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- 20:00 - 22:00 : Industrial Techno (80bpm)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algun Gothic"/>
              <a:buNone/>
            </a:pPr>
            <a:r>
              <a:rPr lang="en-US" sz="9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- 22:00 - 23:00 : Noise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50"/>
              <a:buFont typeface="Malgun Gothic"/>
              <a:buNone/>
            </a:pPr>
            <a:r>
              <a:rPr lang="en-US" sz="95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- 23:00 - 1:00 : Industrial Techno (170bpm)</a:t>
            </a:r>
            <a:endParaRPr sz="95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DJ 라인업</a:t>
            </a:r>
            <a:endParaRPr sz="95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4663440" y="914400"/>
            <a:ext cx="3931920" cy="3703320"/>
          </a:xfrm>
          <a:prstGeom prst="rect">
            <a:avLst/>
          </a:prstGeom>
          <a:solidFill>
            <a:srgbClr val="0D0D0D"/>
          </a:solidFill>
          <a:ln cap="flat" cmpd="sng" w="12700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"/>
          <p:cNvSpPr/>
          <p:nvPr/>
        </p:nvSpPr>
        <p:spPr>
          <a:xfrm>
            <a:off x="4846320" y="10515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2. 상설 전시 BGM (12/5 - 12/11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4846320" y="1417320"/>
            <a:ext cx="3566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• 상설 전시장 연속 재생 플레이리스트</a:t>
            </a:r>
            <a:endParaRPr b="0" i="0" sz="92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t/>
            </a:r>
            <a:endParaRPr sz="920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1) William Basinski - The Disintegration Loops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2) Ryuichi Sakamoto &amp; Alva Noto - Vrioon / Insen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t/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Malgun Gothic"/>
              <a:buNone/>
            </a:pPr>
            <a:r>
              <a:rPr b="0" i="0" lang="en-US" sz="9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 3) Brian Eno - Music for Airports / Thursday Afternoon</a:t>
            </a:r>
            <a:endParaRPr b="0" i="0" sz="9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h4c95fd3affba45ae_14_9"/>
          <p:cNvSpPr/>
          <p:nvPr/>
        </p:nvSpPr>
        <p:spPr>
          <a:xfrm>
            <a:off x="0" y="1645920"/>
            <a:ext cx="9144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6000"/>
              <a:buFont typeface="Malgun Gothic"/>
              <a:buNone/>
            </a:pPr>
            <a:r>
              <a:rPr b="1" lang="en-US" sz="60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관객 참여</a:t>
            </a:r>
            <a:r>
              <a:rPr b="1" lang="en-US" sz="60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lang="en-US" sz="60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퍼포먼스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c95fd3affba45ae_14_14"/>
          <p:cNvSpPr/>
          <p:nvPr/>
        </p:nvSpPr>
        <p:spPr>
          <a:xfrm>
            <a:off x="548640" y="36576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900"/>
              <a:buFont typeface="Malgun Gothic"/>
              <a:buNone/>
            </a:pPr>
            <a:r>
              <a:rPr b="1" lang="en-US" sz="19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관객 참여 퍼포먼스 가이드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h4c95fd3affba45ae_14_14"/>
          <p:cNvSpPr/>
          <p:nvPr/>
        </p:nvSpPr>
        <p:spPr>
          <a:xfrm>
            <a:off x="731520" y="105156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1. 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사진 파쇄 퍼포먼스 (Flesh on Sale)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h4c95fd3affba45ae_14_14"/>
          <p:cNvSpPr/>
          <p:nvPr/>
        </p:nvSpPr>
        <p:spPr>
          <a:xfrm>
            <a:off x="731520" y="399426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소각 퍼포먼스 (at 야외 주차장)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h4c95fd3affba45ae_14_14"/>
          <p:cNvSpPr/>
          <p:nvPr/>
        </p:nvSpPr>
        <p:spPr>
          <a:xfrm>
            <a:off x="731520" y="2522910"/>
            <a:ext cx="443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1A1A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PART 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1" i="0" lang="en-US" sz="1200" u="none" cap="none" strike="noStrike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. </a:t>
            </a:r>
            <a:r>
              <a:rPr b="1" lang="en-US" sz="1200">
                <a:solidFill>
                  <a:srgbClr val="FF1A1A"/>
                </a:solidFill>
                <a:latin typeface="Malgun Gothic"/>
                <a:ea typeface="Malgun Gothic"/>
                <a:cs typeface="Malgun Gothic"/>
                <a:sym typeface="Malgun Gothic"/>
              </a:rPr>
              <a:t>텍스트 표출 퍼포먼스 (비밀 고백 - 배설)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2026-10-25T06:23:35Z</dcterms:created>
  <dc:creator>THANA &amp; LUCA</dc:creator>
</cp:coreProperties>
</file>